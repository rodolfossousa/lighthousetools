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ags/tag1.xml" ContentType="application/vnd.openxmlformats-officedocument.presentationml.tags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FB20DF1-B087-4757-A38D-806D343C726A}" v="64" dt="2026-05-28T12:40:33.65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dolfo Sousa" userId="239d00d6-c0f3-4038-887b-941182b0adcc" providerId="ADAL" clId="{411991B2-E6E6-4E8F-A8D0-220BC0E1EDB5}"/>
    <pc:docChg chg="undo custSel modSld modMainMaster">
      <pc:chgData name="Rodolfo Sousa" userId="239d00d6-c0f3-4038-887b-941182b0adcc" providerId="ADAL" clId="{411991B2-E6E6-4E8F-A8D0-220BC0E1EDB5}" dt="2026-05-28T12:52:29.029" v="816" actId="20577"/>
      <pc:docMkLst>
        <pc:docMk/>
      </pc:docMkLst>
      <pc:sldChg chg="addSp delSp modSp mod">
        <pc:chgData name="Rodolfo Sousa" userId="239d00d6-c0f3-4038-887b-941182b0adcc" providerId="ADAL" clId="{411991B2-E6E6-4E8F-A8D0-220BC0E1EDB5}" dt="2026-05-28T12:52:29.029" v="816" actId="20577"/>
        <pc:sldMkLst>
          <pc:docMk/>
          <pc:sldMk cId="0" sldId="256"/>
        </pc:sldMkLst>
        <pc:spChg chg="mod ord">
          <ac:chgData name="Rodolfo Sousa" userId="239d00d6-c0f3-4038-887b-941182b0adcc" providerId="ADAL" clId="{411991B2-E6E6-4E8F-A8D0-220BC0E1EDB5}" dt="2026-05-28T12:40:33.527" v="631"/>
          <ac:spMkLst>
            <pc:docMk/>
            <pc:sldMk cId="0" sldId="256"/>
            <ac:spMk id="2" creationId="{00000000-0000-0000-0000-000000000000}"/>
          </ac:spMkLst>
        </pc:spChg>
        <pc:spChg chg="mod ord">
          <ac:chgData name="Rodolfo Sousa" userId="239d00d6-c0f3-4038-887b-941182b0adcc" providerId="ADAL" clId="{411991B2-E6E6-4E8F-A8D0-220BC0E1EDB5}" dt="2026-05-28T12:40:33.527" v="633"/>
          <ac:spMkLst>
            <pc:docMk/>
            <pc:sldMk cId="0" sldId="256"/>
            <ac:spMk id="3" creationId="{00000000-0000-0000-0000-000000000000}"/>
          </ac:spMkLst>
        </pc:spChg>
        <pc:spChg chg="mod ord">
          <ac:chgData name="Rodolfo Sousa" userId="239d00d6-c0f3-4038-887b-941182b0adcc" providerId="ADAL" clId="{411991B2-E6E6-4E8F-A8D0-220BC0E1EDB5}" dt="2026-05-28T12:40:33.528" v="635"/>
          <ac:spMkLst>
            <pc:docMk/>
            <pc:sldMk cId="0" sldId="256"/>
            <ac:spMk id="4" creationId="{00000000-0000-0000-0000-000000000000}"/>
          </ac:spMkLst>
        </pc:spChg>
        <pc:spChg chg="mod ord">
          <ac:chgData name="Rodolfo Sousa" userId="239d00d6-c0f3-4038-887b-941182b0adcc" providerId="ADAL" clId="{411991B2-E6E6-4E8F-A8D0-220BC0E1EDB5}" dt="2026-05-28T12:40:33.528" v="637"/>
          <ac:spMkLst>
            <pc:docMk/>
            <pc:sldMk cId="0" sldId="256"/>
            <ac:spMk id="5" creationId="{00000000-0000-0000-0000-000000000000}"/>
          </ac:spMkLst>
        </pc:spChg>
        <pc:spChg chg="mod ord">
          <ac:chgData name="Rodolfo Sousa" userId="239d00d6-c0f3-4038-887b-941182b0adcc" providerId="ADAL" clId="{411991B2-E6E6-4E8F-A8D0-220BC0E1EDB5}" dt="2026-05-28T12:40:33.528" v="639"/>
          <ac:spMkLst>
            <pc:docMk/>
            <pc:sldMk cId="0" sldId="256"/>
            <ac:spMk id="6" creationId="{00000000-0000-0000-0000-000000000000}"/>
          </ac:spMkLst>
        </pc:spChg>
        <pc:spChg chg="mod ord">
          <ac:chgData name="Rodolfo Sousa" userId="239d00d6-c0f3-4038-887b-941182b0adcc" providerId="ADAL" clId="{411991B2-E6E6-4E8F-A8D0-220BC0E1EDB5}" dt="2026-05-28T12:40:33.528" v="641"/>
          <ac:spMkLst>
            <pc:docMk/>
            <pc:sldMk cId="0" sldId="256"/>
            <ac:spMk id="7" creationId="{00000000-0000-0000-0000-000000000000}"/>
          </ac:spMkLst>
        </pc:spChg>
        <pc:spChg chg="mod ord">
          <ac:chgData name="Rodolfo Sousa" userId="239d00d6-c0f3-4038-887b-941182b0adcc" providerId="ADAL" clId="{411991B2-E6E6-4E8F-A8D0-220BC0E1EDB5}" dt="2026-05-28T12:40:33.528" v="643"/>
          <ac:spMkLst>
            <pc:docMk/>
            <pc:sldMk cId="0" sldId="256"/>
            <ac:spMk id="8" creationId="{00000000-0000-0000-0000-000000000000}"/>
          </ac:spMkLst>
        </pc:spChg>
        <pc:spChg chg="mod ord">
          <ac:chgData name="Rodolfo Sousa" userId="239d00d6-c0f3-4038-887b-941182b0adcc" providerId="ADAL" clId="{411991B2-E6E6-4E8F-A8D0-220BC0E1EDB5}" dt="2026-05-28T12:40:33.529" v="645"/>
          <ac:spMkLst>
            <pc:docMk/>
            <pc:sldMk cId="0" sldId="256"/>
            <ac:spMk id="9" creationId="{00000000-0000-0000-0000-000000000000}"/>
          </ac:spMkLst>
        </pc:spChg>
        <pc:spChg chg="mod ord">
          <ac:chgData name="Rodolfo Sousa" userId="239d00d6-c0f3-4038-887b-941182b0adcc" providerId="ADAL" clId="{411991B2-E6E6-4E8F-A8D0-220BC0E1EDB5}" dt="2026-05-28T12:40:33.529" v="647"/>
          <ac:spMkLst>
            <pc:docMk/>
            <pc:sldMk cId="0" sldId="256"/>
            <ac:spMk id="10" creationId="{00000000-0000-0000-0000-000000000000}"/>
          </ac:spMkLst>
        </pc:spChg>
        <pc:spChg chg="mod ord">
          <ac:chgData name="Rodolfo Sousa" userId="239d00d6-c0f3-4038-887b-941182b0adcc" providerId="ADAL" clId="{411991B2-E6E6-4E8F-A8D0-220BC0E1EDB5}" dt="2026-05-28T12:40:33.529" v="649"/>
          <ac:spMkLst>
            <pc:docMk/>
            <pc:sldMk cId="0" sldId="256"/>
            <ac:spMk id="11" creationId="{00000000-0000-0000-0000-000000000000}"/>
          </ac:spMkLst>
        </pc:spChg>
        <pc:spChg chg="mod ord">
          <ac:chgData name="Rodolfo Sousa" userId="239d00d6-c0f3-4038-887b-941182b0adcc" providerId="ADAL" clId="{411991B2-E6E6-4E8F-A8D0-220BC0E1EDB5}" dt="2026-05-28T12:40:33.530" v="651"/>
          <ac:spMkLst>
            <pc:docMk/>
            <pc:sldMk cId="0" sldId="256"/>
            <ac:spMk id="12" creationId="{00000000-0000-0000-0000-000000000000}"/>
          </ac:spMkLst>
        </pc:spChg>
        <pc:spChg chg="add mod ord">
          <ac:chgData name="Rodolfo Sousa" userId="239d00d6-c0f3-4038-887b-941182b0adcc" providerId="ADAL" clId="{411991B2-E6E6-4E8F-A8D0-220BC0E1EDB5}" dt="2026-05-28T12:46:54.173" v="775" actId="20577"/>
          <ac:spMkLst>
            <pc:docMk/>
            <pc:sldMk cId="0" sldId="256"/>
            <ac:spMk id="13" creationId="{CA91BC00-A76D-4989-CE2A-1C16E0D87C93}"/>
          </ac:spMkLst>
        </pc:spChg>
        <pc:spChg chg="mod ord">
          <ac:chgData name="Rodolfo Sousa" userId="239d00d6-c0f3-4038-887b-941182b0adcc" providerId="ADAL" clId="{411991B2-E6E6-4E8F-A8D0-220BC0E1EDB5}" dt="2026-05-28T12:46:14.966" v="766" actId="1076"/>
          <ac:spMkLst>
            <pc:docMk/>
            <pc:sldMk cId="0" sldId="256"/>
            <ac:spMk id="14" creationId="{00000000-0000-0000-0000-000000000000}"/>
          </ac:spMkLst>
        </pc:spChg>
        <pc:spChg chg="mod ord">
          <ac:chgData name="Rodolfo Sousa" userId="239d00d6-c0f3-4038-887b-941182b0adcc" providerId="ADAL" clId="{411991B2-E6E6-4E8F-A8D0-220BC0E1EDB5}" dt="2026-05-28T12:46:14.966" v="766" actId="1076"/>
          <ac:spMkLst>
            <pc:docMk/>
            <pc:sldMk cId="0" sldId="256"/>
            <ac:spMk id="15" creationId="{00000000-0000-0000-0000-000000000000}"/>
          </ac:spMkLst>
        </pc:spChg>
        <pc:spChg chg="mod ord">
          <ac:chgData name="Rodolfo Sousa" userId="239d00d6-c0f3-4038-887b-941182b0adcc" providerId="ADAL" clId="{411991B2-E6E6-4E8F-A8D0-220BC0E1EDB5}" dt="2026-05-28T12:46:14.966" v="766" actId="1076"/>
          <ac:spMkLst>
            <pc:docMk/>
            <pc:sldMk cId="0" sldId="256"/>
            <ac:spMk id="16" creationId="{00000000-0000-0000-0000-000000000000}"/>
          </ac:spMkLst>
        </pc:spChg>
        <pc:spChg chg="mod ord">
          <ac:chgData name="Rodolfo Sousa" userId="239d00d6-c0f3-4038-887b-941182b0adcc" providerId="ADAL" clId="{411991B2-E6E6-4E8F-A8D0-220BC0E1EDB5}" dt="2026-05-28T12:46:14.966" v="766" actId="1076"/>
          <ac:spMkLst>
            <pc:docMk/>
            <pc:sldMk cId="0" sldId="256"/>
            <ac:spMk id="17" creationId="{00000000-0000-0000-0000-000000000000}"/>
          </ac:spMkLst>
        </pc:spChg>
        <pc:spChg chg="mod ord">
          <ac:chgData name="Rodolfo Sousa" userId="239d00d6-c0f3-4038-887b-941182b0adcc" providerId="ADAL" clId="{411991B2-E6E6-4E8F-A8D0-220BC0E1EDB5}" dt="2026-05-28T12:46:05.723" v="765" actId="1076"/>
          <ac:spMkLst>
            <pc:docMk/>
            <pc:sldMk cId="0" sldId="256"/>
            <ac:spMk id="18" creationId="{00000000-0000-0000-0000-000000000000}"/>
          </ac:spMkLst>
        </pc:spChg>
        <pc:spChg chg="mod ord">
          <ac:chgData name="Rodolfo Sousa" userId="239d00d6-c0f3-4038-887b-941182b0adcc" providerId="ADAL" clId="{411991B2-E6E6-4E8F-A8D0-220BC0E1EDB5}" dt="2026-05-28T12:46:05.723" v="765" actId="1076"/>
          <ac:spMkLst>
            <pc:docMk/>
            <pc:sldMk cId="0" sldId="256"/>
            <ac:spMk id="19" creationId="{00000000-0000-0000-0000-000000000000}"/>
          </ac:spMkLst>
        </pc:spChg>
        <pc:spChg chg="mod ord">
          <ac:chgData name="Rodolfo Sousa" userId="239d00d6-c0f3-4038-887b-941182b0adcc" providerId="ADAL" clId="{411991B2-E6E6-4E8F-A8D0-220BC0E1EDB5}" dt="2026-05-28T12:46:05.723" v="765" actId="1076"/>
          <ac:spMkLst>
            <pc:docMk/>
            <pc:sldMk cId="0" sldId="256"/>
            <ac:spMk id="20" creationId="{00000000-0000-0000-0000-000000000000}"/>
          </ac:spMkLst>
        </pc:spChg>
        <pc:spChg chg="mod ord">
          <ac:chgData name="Rodolfo Sousa" userId="239d00d6-c0f3-4038-887b-941182b0adcc" providerId="ADAL" clId="{411991B2-E6E6-4E8F-A8D0-220BC0E1EDB5}" dt="2026-05-28T12:46:05.723" v="765" actId="1076"/>
          <ac:spMkLst>
            <pc:docMk/>
            <pc:sldMk cId="0" sldId="256"/>
            <ac:spMk id="21" creationId="{00000000-0000-0000-0000-000000000000}"/>
          </ac:spMkLst>
        </pc:spChg>
        <pc:spChg chg="mod ord">
          <ac:chgData name="Rodolfo Sousa" userId="239d00d6-c0f3-4038-887b-941182b0adcc" providerId="ADAL" clId="{411991B2-E6E6-4E8F-A8D0-220BC0E1EDB5}" dt="2026-05-28T12:40:33.533" v="669"/>
          <ac:spMkLst>
            <pc:docMk/>
            <pc:sldMk cId="0" sldId="256"/>
            <ac:spMk id="22" creationId="{00000000-0000-0000-0000-000000000000}"/>
          </ac:spMkLst>
        </pc:spChg>
        <pc:spChg chg="mod ord">
          <ac:chgData name="Rodolfo Sousa" userId="239d00d6-c0f3-4038-887b-941182b0adcc" providerId="ADAL" clId="{411991B2-E6E6-4E8F-A8D0-220BC0E1EDB5}" dt="2026-05-28T12:40:33.533" v="671"/>
          <ac:spMkLst>
            <pc:docMk/>
            <pc:sldMk cId="0" sldId="256"/>
            <ac:spMk id="23" creationId="{00000000-0000-0000-0000-000000000000}"/>
          </ac:spMkLst>
        </pc:spChg>
        <pc:spChg chg="mod ord">
          <ac:chgData name="Rodolfo Sousa" userId="239d00d6-c0f3-4038-887b-941182b0adcc" providerId="ADAL" clId="{411991B2-E6E6-4E8F-A8D0-220BC0E1EDB5}" dt="2026-05-28T12:40:33.533" v="673"/>
          <ac:spMkLst>
            <pc:docMk/>
            <pc:sldMk cId="0" sldId="256"/>
            <ac:spMk id="24" creationId="{00000000-0000-0000-0000-000000000000}"/>
          </ac:spMkLst>
        </pc:spChg>
        <pc:spChg chg="mod ord">
          <ac:chgData name="Rodolfo Sousa" userId="239d00d6-c0f3-4038-887b-941182b0adcc" providerId="ADAL" clId="{411991B2-E6E6-4E8F-A8D0-220BC0E1EDB5}" dt="2026-05-28T12:40:33.533" v="675"/>
          <ac:spMkLst>
            <pc:docMk/>
            <pc:sldMk cId="0" sldId="256"/>
            <ac:spMk id="25" creationId="{00000000-0000-0000-0000-000000000000}"/>
          </ac:spMkLst>
        </pc:spChg>
        <pc:spChg chg="mod ord">
          <ac:chgData name="Rodolfo Sousa" userId="239d00d6-c0f3-4038-887b-941182b0adcc" providerId="ADAL" clId="{411991B2-E6E6-4E8F-A8D0-220BC0E1EDB5}" dt="2026-05-28T12:46:50.527" v="773" actId="20577"/>
          <ac:spMkLst>
            <pc:docMk/>
            <pc:sldMk cId="0" sldId="256"/>
            <ac:spMk id="26" creationId="{00000000-0000-0000-0000-000000000000}"/>
          </ac:spMkLst>
        </pc:spChg>
        <pc:spChg chg="mod ord">
          <ac:chgData name="Rodolfo Sousa" userId="239d00d6-c0f3-4038-887b-941182b0adcc" providerId="ADAL" clId="{411991B2-E6E6-4E8F-A8D0-220BC0E1EDB5}" dt="2026-05-28T12:40:33.535" v="679"/>
          <ac:spMkLst>
            <pc:docMk/>
            <pc:sldMk cId="0" sldId="256"/>
            <ac:spMk id="27" creationId="{00000000-0000-0000-0000-000000000000}"/>
          </ac:spMkLst>
        </pc:spChg>
        <pc:spChg chg="mod ord">
          <ac:chgData name="Rodolfo Sousa" userId="239d00d6-c0f3-4038-887b-941182b0adcc" providerId="ADAL" clId="{411991B2-E6E6-4E8F-A8D0-220BC0E1EDB5}" dt="2026-05-28T12:40:33.535" v="681"/>
          <ac:spMkLst>
            <pc:docMk/>
            <pc:sldMk cId="0" sldId="256"/>
            <ac:spMk id="28" creationId="{00000000-0000-0000-0000-000000000000}"/>
          </ac:spMkLst>
        </pc:spChg>
        <pc:spChg chg="mod ord">
          <ac:chgData name="Rodolfo Sousa" userId="239d00d6-c0f3-4038-887b-941182b0adcc" providerId="ADAL" clId="{411991B2-E6E6-4E8F-A8D0-220BC0E1EDB5}" dt="2026-05-28T12:40:33.535" v="683"/>
          <ac:spMkLst>
            <pc:docMk/>
            <pc:sldMk cId="0" sldId="256"/>
            <ac:spMk id="29" creationId="{00000000-0000-0000-0000-000000000000}"/>
          </ac:spMkLst>
        </pc:spChg>
        <pc:spChg chg="mod ord">
          <ac:chgData name="Rodolfo Sousa" userId="239d00d6-c0f3-4038-887b-941182b0adcc" providerId="ADAL" clId="{411991B2-E6E6-4E8F-A8D0-220BC0E1EDB5}" dt="2026-05-28T12:40:33.535" v="685"/>
          <ac:spMkLst>
            <pc:docMk/>
            <pc:sldMk cId="0" sldId="256"/>
            <ac:spMk id="30" creationId="{00000000-0000-0000-0000-000000000000}"/>
          </ac:spMkLst>
        </pc:spChg>
        <pc:spChg chg="mod ord">
          <ac:chgData name="Rodolfo Sousa" userId="239d00d6-c0f3-4038-887b-941182b0adcc" providerId="ADAL" clId="{411991B2-E6E6-4E8F-A8D0-220BC0E1EDB5}" dt="2026-05-28T12:40:33.536" v="687"/>
          <ac:spMkLst>
            <pc:docMk/>
            <pc:sldMk cId="0" sldId="256"/>
            <ac:spMk id="31" creationId="{00000000-0000-0000-0000-000000000000}"/>
          </ac:spMkLst>
        </pc:spChg>
        <pc:spChg chg="mod ord">
          <ac:chgData name="Rodolfo Sousa" userId="239d00d6-c0f3-4038-887b-941182b0adcc" providerId="ADAL" clId="{411991B2-E6E6-4E8F-A8D0-220BC0E1EDB5}" dt="2026-05-28T12:40:33.536" v="689"/>
          <ac:spMkLst>
            <pc:docMk/>
            <pc:sldMk cId="0" sldId="256"/>
            <ac:spMk id="32" creationId="{00000000-0000-0000-0000-000000000000}"/>
          </ac:spMkLst>
        </pc:spChg>
        <pc:spChg chg="mod ord">
          <ac:chgData name="Rodolfo Sousa" userId="239d00d6-c0f3-4038-887b-941182b0adcc" providerId="ADAL" clId="{411991B2-E6E6-4E8F-A8D0-220BC0E1EDB5}" dt="2026-05-28T12:40:33.536" v="691"/>
          <ac:spMkLst>
            <pc:docMk/>
            <pc:sldMk cId="0" sldId="256"/>
            <ac:spMk id="33" creationId="{00000000-0000-0000-0000-000000000000}"/>
          </ac:spMkLst>
        </pc:spChg>
        <pc:spChg chg="mod ord">
          <ac:chgData name="Rodolfo Sousa" userId="239d00d6-c0f3-4038-887b-941182b0adcc" providerId="ADAL" clId="{411991B2-E6E6-4E8F-A8D0-220BC0E1EDB5}" dt="2026-05-28T12:40:33.537" v="693"/>
          <ac:spMkLst>
            <pc:docMk/>
            <pc:sldMk cId="0" sldId="256"/>
            <ac:spMk id="34" creationId="{00000000-0000-0000-0000-000000000000}"/>
          </ac:spMkLst>
        </pc:spChg>
        <pc:spChg chg="mod ord">
          <ac:chgData name="Rodolfo Sousa" userId="239d00d6-c0f3-4038-887b-941182b0adcc" providerId="ADAL" clId="{411991B2-E6E6-4E8F-A8D0-220BC0E1EDB5}" dt="2026-05-28T12:40:33.537" v="695"/>
          <ac:spMkLst>
            <pc:docMk/>
            <pc:sldMk cId="0" sldId="256"/>
            <ac:spMk id="35" creationId="{00000000-0000-0000-0000-000000000000}"/>
          </ac:spMkLst>
        </pc:spChg>
        <pc:spChg chg="mod ord">
          <ac:chgData name="Rodolfo Sousa" userId="239d00d6-c0f3-4038-887b-941182b0adcc" providerId="ADAL" clId="{411991B2-E6E6-4E8F-A8D0-220BC0E1EDB5}" dt="2026-05-28T12:47:03.118" v="776" actId="20577"/>
          <ac:spMkLst>
            <pc:docMk/>
            <pc:sldMk cId="0" sldId="256"/>
            <ac:spMk id="36" creationId="{00000000-0000-0000-0000-000000000000}"/>
          </ac:spMkLst>
        </pc:spChg>
        <pc:spChg chg="add del mod ord">
          <ac:chgData name="Rodolfo Sousa" userId="239d00d6-c0f3-4038-887b-941182b0adcc" providerId="ADAL" clId="{411991B2-E6E6-4E8F-A8D0-220BC0E1EDB5}" dt="2026-05-28T12:40:33.537" v="699"/>
          <ac:spMkLst>
            <pc:docMk/>
            <pc:sldMk cId="0" sldId="256"/>
            <ac:spMk id="37" creationId="{00000000-0000-0000-0000-000000000000}"/>
          </ac:spMkLst>
        </pc:spChg>
        <pc:spChg chg="mod ord">
          <ac:chgData name="Rodolfo Sousa" userId="239d00d6-c0f3-4038-887b-941182b0adcc" providerId="ADAL" clId="{411991B2-E6E6-4E8F-A8D0-220BC0E1EDB5}" dt="2026-05-28T12:40:33.538" v="701"/>
          <ac:spMkLst>
            <pc:docMk/>
            <pc:sldMk cId="0" sldId="256"/>
            <ac:spMk id="38" creationId="{00000000-0000-0000-0000-000000000000}"/>
          </ac:spMkLst>
        </pc:spChg>
        <pc:spChg chg="mod ord">
          <ac:chgData name="Rodolfo Sousa" userId="239d00d6-c0f3-4038-887b-941182b0adcc" providerId="ADAL" clId="{411991B2-E6E6-4E8F-A8D0-220BC0E1EDB5}" dt="2026-05-28T12:40:33.538" v="703"/>
          <ac:spMkLst>
            <pc:docMk/>
            <pc:sldMk cId="0" sldId="256"/>
            <ac:spMk id="39" creationId="{00000000-0000-0000-0000-000000000000}"/>
          </ac:spMkLst>
        </pc:spChg>
        <pc:spChg chg="mod ord">
          <ac:chgData name="Rodolfo Sousa" userId="239d00d6-c0f3-4038-887b-941182b0adcc" providerId="ADAL" clId="{411991B2-E6E6-4E8F-A8D0-220BC0E1EDB5}" dt="2026-05-28T12:40:33.538" v="705"/>
          <ac:spMkLst>
            <pc:docMk/>
            <pc:sldMk cId="0" sldId="256"/>
            <ac:spMk id="40" creationId="{00000000-0000-0000-0000-000000000000}"/>
          </ac:spMkLst>
        </pc:spChg>
        <pc:spChg chg="mod ord">
          <ac:chgData name="Rodolfo Sousa" userId="239d00d6-c0f3-4038-887b-941182b0adcc" providerId="ADAL" clId="{411991B2-E6E6-4E8F-A8D0-220BC0E1EDB5}" dt="2026-05-28T12:40:33.538" v="707"/>
          <ac:spMkLst>
            <pc:docMk/>
            <pc:sldMk cId="0" sldId="256"/>
            <ac:spMk id="41" creationId="{00000000-0000-0000-0000-000000000000}"/>
          </ac:spMkLst>
        </pc:spChg>
        <pc:spChg chg="mod ord">
          <ac:chgData name="Rodolfo Sousa" userId="239d00d6-c0f3-4038-887b-941182b0adcc" providerId="ADAL" clId="{411991B2-E6E6-4E8F-A8D0-220BC0E1EDB5}" dt="2026-05-28T12:40:33.538" v="709"/>
          <ac:spMkLst>
            <pc:docMk/>
            <pc:sldMk cId="0" sldId="256"/>
            <ac:spMk id="42" creationId="{00000000-0000-0000-0000-000000000000}"/>
          </ac:spMkLst>
        </pc:spChg>
        <pc:spChg chg="mod ord">
          <ac:chgData name="Rodolfo Sousa" userId="239d00d6-c0f3-4038-887b-941182b0adcc" providerId="ADAL" clId="{411991B2-E6E6-4E8F-A8D0-220BC0E1EDB5}" dt="2026-05-28T12:40:33.539" v="711"/>
          <ac:spMkLst>
            <pc:docMk/>
            <pc:sldMk cId="0" sldId="256"/>
            <ac:spMk id="43" creationId="{00000000-0000-0000-0000-000000000000}"/>
          </ac:spMkLst>
        </pc:spChg>
        <pc:spChg chg="mod ord">
          <ac:chgData name="Rodolfo Sousa" userId="239d00d6-c0f3-4038-887b-941182b0adcc" providerId="ADAL" clId="{411991B2-E6E6-4E8F-A8D0-220BC0E1EDB5}" dt="2026-05-28T12:40:33.539" v="713"/>
          <ac:spMkLst>
            <pc:docMk/>
            <pc:sldMk cId="0" sldId="256"/>
            <ac:spMk id="44" creationId="{00000000-0000-0000-0000-000000000000}"/>
          </ac:spMkLst>
        </pc:spChg>
        <pc:spChg chg="mod ord">
          <ac:chgData name="Rodolfo Sousa" userId="239d00d6-c0f3-4038-887b-941182b0adcc" providerId="ADAL" clId="{411991B2-E6E6-4E8F-A8D0-220BC0E1EDB5}" dt="2026-05-28T12:40:33.540" v="715"/>
          <ac:spMkLst>
            <pc:docMk/>
            <pc:sldMk cId="0" sldId="256"/>
            <ac:spMk id="45" creationId="{00000000-0000-0000-0000-000000000000}"/>
          </ac:spMkLst>
        </pc:spChg>
        <pc:spChg chg="mod ord">
          <ac:chgData name="Rodolfo Sousa" userId="239d00d6-c0f3-4038-887b-941182b0adcc" providerId="ADAL" clId="{411991B2-E6E6-4E8F-A8D0-220BC0E1EDB5}" dt="2026-05-28T12:52:29.029" v="816" actId="20577"/>
          <ac:spMkLst>
            <pc:docMk/>
            <pc:sldMk cId="0" sldId="256"/>
            <ac:spMk id="46" creationId="{00000000-0000-0000-0000-000000000000}"/>
          </ac:spMkLst>
        </pc:spChg>
        <pc:spChg chg="mod ord">
          <ac:chgData name="Rodolfo Sousa" userId="239d00d6-c0f3-4038-887b-941182b0adcc" providerId="ADAL" clId="{411991B2-E6E6-4E8F-A8D0-220BC0E1EDB5}" dt="2026-05-28T12:40:33.540" v="719"/>
          <ac:spMkLst>
            <pc:docMk/>
            <pc:sldMk cId="0" sldId="256"/>
            <ac:spMk id="47" creationId="{00000000-0000-0000-0000-000000000000}"/>
          </ac:spMkLst>
        </pc:spChg>
        <pc:spChg chg="add mod ord">
          <ac:chgData name="Rodolfo Sousa" userId="239d00d6-c0f3-4038-887b-941182b0adcc" providerId="ADAL" clId="{411991B2-E6E6-4E8F-A8D0-220BC0E1EDB5}" dt="2026-05-28T12:41:30.137" v="749" actId="14100"/>
          <ac:spMkLst>
            <pc:docMk/>
            <pc:sldMk cId="0" sldId="256"/>
            <ac:spMk id="48" creationId="{4FE23748-778F-0727-8483-28967AA42858}"/>
          </ac:spMkLst>
        </pc:spChg>
        <pc:graphicFrameChg chg="add mod ord modVis">
          <ac:chgData name="Rodolfo Sousa" userId="239d00d6-c0f3-4038-887b-941182b0adcc" providerId="ADAL" clId="{411991B2-E6E6-4E8F-A8D0-220BC0E1EDB5}" dt="2026-05-28T12:40:33.650" v="747"/>
          <ac:graphicFrameMkLst>
            <pc:docMk/>
            <pc:sldMk cId="0" sldId="256"/>
            <ac:graphicFrameMk id="49" creationId="{152A58A3-E198-B90F-0F1A-FDAC70BF22D3}"/>
          </ac:graphicFrameMkLst>
        </pc:graphicFrameChg>
      </pc:sldChg>
      <pc:sldMasterChg chg="addSp modSp mod">
        <pc:chgData name="Rodolfo Sousa" userId="239d00d6-c0f3-4038-887b-941182b0adcc" providerId="ADAL" clId="{411991B2-E6E6-4E8F-A8D0-220BC0E1EDB5}" dt="2026-05-28T12:40:33.615" v="733"/>
        <pc:sldMasterMkLst>
          <pc:docMk/>
          <pc:sldMasterMk cId="0" sldId="2147483648"/>
        </pc:sldMasterMkLst>
        <pc:graphicFrameChg chg="add mod modVis">
          <ac:chgData name="Rodolfo Sousa" userId="239d00d6-c0f3-4038-887b-941182b0adcc" providerId="ADAL" clId="{411991B2-E6E6-4E8F-A8D0-220BC0E1EDB5}" dt="2026-05-28T12:40:33.615" v="733"/>
          <ac:graphicFrameMkLst>
            <pc:docMk/>
            <pc:sldMasterMk cId="0" sldId="2147483648"/>
            <ac:graphicFrameMk id="2" creationId="{1E794E3A-15BC-5FD1-25ED-ABFB7932C01D}"/>
          </ac:graphicFrameMkLst>
        </pc:graphicFrame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46878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ags" Target="../tags/tag1.xml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1E794E3A-15BC-5FD1-25ED-ABFB7932C01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330337876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4" imgW="425" imgH="424" progId="TCLayout.ActiveDocument.1">
                  <p:embed/>
                </p:oleObj>
              </mc:Choice>
              <mc:Fallback>
                <p:oleObj name="Slide do think-cell" r:id="rId4" imgW="425" imgH="424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E794E3A-15BC-5FD1-25ED-ABFB7932C01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2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" name="think-cell data - do not delete" hidden="1">
            <a:extLst>
              <a:ext uri="{FF2B5EF4-FFF2-40B4-BE49-F238E27FC236}">
                <a16:creationId xmlns:a16="http://schemas.microsoft.com/office/drawing/2014/main" id="{152A58A3-E198-B90F-0F1A-FDAC70BF22D3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4723563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4" imgW="425" imgH="424" progId="TCLayout.ActiveDocument.1">
                  <p:embed/>
                </p:oleObj>
              </mc:Choice>
              <mc:Fallback>
                <p:oleObj name="Slide do think-cell" r:id="rId4" imgW="425" imgH="424" progId="TCLayout.ActiveDocument.1">
                  <p:embed/>
                  <p:pic>
                    <p:nvPicPr>
                      <p:cNvPr id="4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52A58A3-E198-B90F-0F1A-FDAC70BF22D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" name="Shape 35">
            <a:extLst>
              <a:ext uri="{FF2B5EF4-FFF2-40B4-BE49-F238E27FC236}">
                <a16:creationId xmlns:a16="http://schemas.microsoft.com/office/drawing/2014/main" id="{4FE23748-778F-0727-8483-28967AA42858}"/>
              </a:ext>
            </a:extLst>
          </p:cNvPr>
          <p:cNvSpPr/>
          <p:nvPr/>
        </p:nvSpPr>
        <p:spPr>
          <a:xfrm>
            <a:off x="4612496" y="4091290"/>
            <a:ext cx="420624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2C2C2A"/>
          </a:solidFill>
          <a:ln w="12700">
            <a:solidFill>
              <a:srgbClr val="2C2C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4114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4B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Demo Day ·  One Pager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0" y="0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 err="1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Edição</a:t>
            </a:r>
            <a:r>
              <a:rPr lang="en-US" sz="10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01 / 28/05/2026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610362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Lighthouse Tools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20040" y="95326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Equipe: </a:t>
            </a:r>
            <a:r>
              <a:rPr lang="en-US" sz="1000" dirty="0" err="1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Implantação</a:t>
            </a:r>
            <a:r>
              <a:rPr lang="en-US" sz="10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  Responsável: Rodolfo Sousa   ·   Área: CS / Lighthouse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086600" y="749808"/>
            <a:ext cx="1737360" cy="320040"/>
          </a:xfrm>
          <a:prstGeom prst="rect">
            <a:avLst/>
          </a:prstGeom>
          <a:solidFill>
            <a:srgbClr val="E1F5EE"/>
          </a:solidFill>
          <a:ln w="635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086600" y="74980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</a:t>
            </a:r>
            <a:r>
              <a:rPr lang="en-US" sz="900" b="1" dirty="0" err="1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Desenvolvimento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" y="1181862"/>
            <a:ext cx="8503920" cy="0"/>
          </a:xfrm>
          <a:prstGeom prst="line">
            <a:avLst/>
          </a:prstGeom>
          <a:noFill/>
          <a:ln w="6350">
            <a:solidFill>
              <a:srgbClr val="D3D1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20040" y="1242440"/>
            <a:ext cx="26974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29768" y="126072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Ganho principal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29768" y="144360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 err="1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Redução</a:t>
            </a:r>
            <a:r>
              <a:rPr lang="en-US" sz="12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Tempo </a:t>
            </a:r>
            <a:r>
              <a:rPr lang="en-US" sz="1200" b="1" dirty="0" err="1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</a:t>
            </a:r>
            <a:r>
              <a:rPr lang="en-US" sz="12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dirty="0" err="1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Implantação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27832" y="1255336"/>
            <a:ext cx="26974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337560" y="1273624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impactado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337560" y="145650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engenheiros / semana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337560" y="1739968"/>
            <a:ext cx="2468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131705" y="1248642"/>
            <a:ext cx="26974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241433" y="126693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 de retorno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241433" y="144981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o </a:t>
            </a:r>
            <a:r>
              <a:rPr lang="en-US" sz="1400" b="1" dirty="0" err="1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início</a:t>
            </a:r>
            <a:r>
              <a:rPr lang="en-US" sz="14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</a:t>
            </a:r>
            <a:r>
              <a:rPr lang="en-US" sz="14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projetos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241433" y="1733274"/>
            <a:ext cx="2468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25265" y="1961385"/>
            <a:ext cx="420624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25265" y="1961385"/>
            <a:ext cx="54864" cy="1097280"/>
          </a:xfrm>
          <a:prstGeom prst="rect">
            <a:avLst/>
          </a:prstGeom>
          <a:solidFill>
            <a:srgbClr val="7F77DD"/>
          </a:solidFill>
          <a:ln w="12700">
            <a:solidFill>
              <a:srgbClr val="7F77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34993" y="2052825"/>
            <a:ext cx="4023360" cy="201168"/>
          </a:xfrm>
          <a:prstGeom prst="rect">
            <a:avLst/>
          </a:prstGeom>
          <a:solidFill>
            <a:srgbClr val="EEEDFE"/>
          </a:solidFill>
          <a:ln w="12700">
            <a:solidFill>
              <a:srgbClr val="EEED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53281" y="2052825"/>
            <a:ext cx="4005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7F7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53281" y="2281425"/>
            <a:ext cx="40050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 </a:t>
            </a:r>
            <a:r>
              <a:rPr lang="en-US" sz="1000" dirty="0" err="1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</a:t>
            </a: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front </a:t>
            </a:r>
            <a:r>
              <a:rPr lang="en-US" sz="1000" dirty="0" err="1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performático</a:t>
            </a: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 err="1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Muitos</a:t>
            </a: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scripts para </a:t>
            </a:r>
            <a:r>
              <a:rPr lang="en-US" sz="1000" dirty="0" err="1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realizar</a:t>
            </a: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as </a:t>
            </a:r>
            <a:r>
              <a:rPr lang="en-US" sz="1000" dirty="0" err="1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tarefas</a:t>
            </a: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diárias</a:t>
            </a: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 err="1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Dicionário</a:t>
            </a: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dados manual* e </a:t>
            </a:r>
            <a:r>
              <a:rPr lang="en-US" sz="1000" dirty="0" err="1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despadronizado</a:t>
            </a: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 err="1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Informações</a:t>
            </a: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pouco</a:t>
            </a: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disseminadas</a:t>
            </a: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622945" y="1961385"/>
            <a:ext cx="420624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4622945" y="1961385"/>
            <a:ext cx="54864" cy="1097280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732673" y="2052825"/>
            <a:ext cx="4023360" cy="201168"/>
          </a:xfrm>
          <a:prstGeom prst="rect">
            <a:avLst/>
          </a:prstGeom>
          <a:solidFill>
            <a:srgbClr val="FAECE7"/>
          </a:solidFill>
          <a:ln w="12700">
            <a:solidFill>
              <a:srgbClr val="FAEC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750961" y="2052825"/>
            <a:ext cx="4005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/ OPORTUNIDADE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750961" y="2281425"/>
            <a:ext cx="40050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25265" y="3131817"/>
            <a:ext cx="850392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325265" y="3131817"/>
            <a:ext cx="54864" cy="91440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434993" y="3223257"/>
            <a:ext cx="8321040" cy="201168"/>
          </a:xfrm>
          <a:prstGeom prst="rect">
            <a:avLst/>
          </a:prstGeom>
          <a:solidFill>
            <a:srgbClr val="E1F5EE"/>
          </a:solidFill>
          <a:ln w="12700">
            <a:solidFill>
              <a:srgbClr val="E1F5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53281" y="3223257"/>
            <a:ext cx="8302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SOLUÇÃO DESENVOLVIDA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53281" y="3451857"/>
            <a:ext cx="8302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Aplicação web </a:t>
            </a:r>
            <a:r>
              <a:rPr lang="en-US" sz="1000" i="1" dirty="0" err="1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integrada</a:t>
            </a:r>
            <a:r>
              <a:rPr lang="en-US" sz="10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 a API do Lighthouse que centraliza o fluxo de implantação: Dicionário de Dados para </a:t>
            </a:r>
            <a:r>
              <a:rPr lang="en-US" sz="1000" i="1" dirty="0" err="1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planejar</a:t>
            </a:r>
            <a:r>
              <a:rPr lang="en-US" sz="10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registar hierarquias offline antes de enviar à API; Explorador de Ativos para editar atributos e </a:t>
            </a:r>
            <a:r>
              <a:rPr lang="en-US" sz="1000" i="1" dirty="0" err="1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limiares</a:t>
            </a:r>
            <a:r>
              <a:rPr lang="en-US" sz="10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Biblioteca de Templates para consulta rápida de estruturas; e gestão de Generators com alteração de status em lote. Toda a lógica de sincronização é assistida por IA para acelerar o mapeamento de tags.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20040" y="4087368"/>
            <a:ext cx="4242816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320039" y="4096509"/>
            <a:ext cx="60089" cy="905259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429768" y="4160514"/>
            <a:ext cx="4023360" cy="201168"/>
          </a:xfrm>
          <a:prstGeom prst="rect">
            <a:avLst/>
          </a:prstGeom>
          <a:solidFill>
            <a:srgbClr val="E6F1FB"/>
          </a:solidFill>
          <a:ln w="12700">
            <a:solidFill>
              <a:srgbClr val="E6F1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48056" y="4160514"/>
            <a:ext cx="4005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/ GANHO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48056" y="4417204"/>
            <a:ext cx="4005072" cy="543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Configuração de vessel em ecrã único com edição em bloco. Dicionário de Dados reduz erros ao validar a estrutura antes do registo na API.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617720" y="4087368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sz="1000">
              <a:solidFill>
                <a:srgbClr val="5F5E5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4617719" y="4096509"/>
            <a:ext cx="60089" cy="905259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4727448" y="4160514"/>
            <a:ext cx="4023360" cy="201168"/>
          </a:xfrm>
          <a:prstGeom prst="rect">
            <a:avLst/>
          </a:prstGeom>
          <a:solidFill>
            <a:srgbClr val="FAEEDA"/>
          </a:solidFill>
          <a:ln w="12700">
            <a:solidFill>
              <a:srgbClr val="FAEE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4745736" y="4160514"/>
            <a:ext cx="4005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PASSOS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4736592" y="4417205"/>
            <a:ext cx="4005072" cy="543414"/>
          </a:xfrm>
          <a:prstGeom prst="rect">
            <a:avLst/>
          </a:prstGeom>
          <a:noFill/>
          <a:ln/>
        </p:spPr>
        <p:txBody>
          <a:bodyPr wrap="square" lIns="0" tIns="0" rIns="0" bIns="0" numCol="2" rtlCol="0" anchor="t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 err="1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Incorporar</a:t>
            </a: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</a:t>
            </a: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LH;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 err="1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Permitir</a:t>
            </a: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edição</a:t>
            </a: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pelo</a:t>
            </a: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</a:t>
            </a: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com </a:t>
            </a:r>
            <a:r>
              <a:rPr lang="en-US" sz="1000" dirty="0" err="1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</a:t>
            </a: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agentes</a:t>
            </a: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000" dirty="0" err="1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 Check para </a:t>
            </a:r>
            <a:r>
              <a:rPr lang="en-US" sz="1000" dirty="0" err="1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</a:t>
            </a: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</p:txBody>
      </p:sp>
      <p:sp>
        <p:nvSpPr>
          <p:cNvPr id="47" name="Shape 45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D3D1C7"/>
          </a:solidFill>
          <a:ln w="12700">
            <a:solidFill>
              <a:srgbClr val="D3D1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24">
            <a:extLst>
              <a:ext uri="{FF2B5EF4-FFF2-40B4-BE49-F238E27FC236}">
                <a16:creationId xmlns:a16="http://schemas.microsoft.com/office/drawing/2014/main" id="{CA91BC00-A76D-4989-CE2A-1C16E0D87C93}"/>
              </a:ext>
            </a:extLst>
          </p:cNvPr>
          <p:cNvSpPr/>
          <p:nvPr/>
        </p:nvSpPr>
        <p:spPr>
          <a:xfrm>
            <a:off x="4750961" y="2281425"/>
            <a:ext cx="40050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 err="1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Engessamento</a:t>
            </a: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000" dirty="0" err="1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cadastros</a:t>
            </a: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 alto de </a:t>
            </a:r>
            <a:r>
              <a:rPr lang="en-US" sz="1000" dirty="0" err="1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preenchimento</a:t>
            </a: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 </a:t>
            </a:r>
            <a:r>
              <a:rPr lang="en-US" sz="1000" dirty="0" err="1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Dicionário</a:t>
            </a: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Dados;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</a:t>
            </a:r>
            <a:r>
              <a:rPr lang="en-US" sz="1000" dirty="0" err="1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dependência</a:t>
            </a: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000" dirty="0" err="1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multiplos</a:t>
            </a: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</a:t>
            </a: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 err="1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Dificuldade</a:t>
            </a: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000" dirty="0" err="1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utilização</a:t>
            </a: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 Workspace.</a:t>
            </a:r>
            <a:endParaRPr lang="en-US" sz="1000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233</Words>
  <Application>Microsoft Office PowerPoint</Application>
  <PresentationFormat>Apresentação na tela (16:9)</PresentationFormat>
  <Paragraphs>31</Paragraphs>
  <Slides>1</Slides>
  <Notes>1</Notes>
  <HiddenSlides>0</HiddenSlides>
  <MMClips>0</MMClips>
  <ScaleCrop>false</ScaleCrop>
  <HeadingPairs>
    <vt:vector size="8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Servidores OLE inseridos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Arial</vt:lpstr>
      <vt:lpstr>Calibri</vt:lpstr>
      <vt:lpstr>Office Theme</vt:lpstr>
      <vt:lpstr>Slide do think-cell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IA Demo Day – One Pager</dc:title>
  <dc:subject>PptxGenJS Presentation</dc:subject>
  <dc:creator>PptxGenJS</dc:creator>
  <cp:lastModifiedBy>Rodolfo Sousa</cp:lastModifiedBy>
  <cp:revision>3</cp:revision>
  <dcterms:created xsi:type="dcterms:W3CDTF">2026-05-27T18:14:28Z</dcterms:created>
  <dcterms:modified xsi:type="dcterms:W3CDTF">2026-05-28T12:52:35Z</dcterms:modified>
</cp:coreProperties>
</file>