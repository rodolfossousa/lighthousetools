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68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Demo Day ·  One Pager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01 / 28/05/2026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Tools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61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</a:t>
            </a:r>
            <a:r>
              <a:rPr lang="en-US" sz="1000" dirty="0" err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Responsável: Rodolfo Sousa   ·   Área: CS / Lighthouse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86600" y="749808"/>
            <a:ext cx="173736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86600" y="749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900" b="1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principal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Tempo </a:t>
            </a: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536192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impactado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64408" y="20208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tarefas/mês ou usuários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89320" y="1536192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99048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retorno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sem]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99048" y="20208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desde o início do projeto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276856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276856"/>
            <a:ext cx="54864" cy="10972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768" y="2368296"/>
            <a:ext cx="40233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" y="236829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" y="2596896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envolvido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da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276856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2276856"/>
            <a:ext cx="54864" cy="10972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27448" y="2368296"/>
            <a:ext cx="4023360" cy="201168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45736" y="236829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OPORTUNIDADE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45736" y="2596896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travando ou poderia melhorar? Qual a dor que motivou o projeto?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47288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3447288"/>
            <a:ext cx="54864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29768" y="3538728"/>
            <a:ext cx="832104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" y="3538728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DESENVOLVIDA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8056" y="3767328"/>
            <a:ext cx="8302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construído? Como a IA está sendo aplicada? Descreva de forma simples — a demo aprofundará em seguida.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43484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" y="4434840"/>
            <a:ext cx="54864" cy="56692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" y="4526280"/>
            <a:ext cx="4023360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8056" y="45262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/ GANHO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8056" y="475488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medido ou esperado. Use números sempre que possível.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443484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17720" y="4434840"/>
            <a:ext cx="54864" cy="5669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27448" y="4526280"/>
            <a:ext cx="40233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45736" y="45262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45736" y="475488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replicação, escala ou padronização? Algum apoio necessário?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150</Words>
  <Application>Microsoft Office PowerPoint</Application>
  <PresentationFormat>Apresentação na tela (16:9)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Demo Day – One Pager</dc:title>
  <dc:subject>PptxGenJS Presentation</dc:subject>
  <dc:creator>PptxGenJS</dc:creator>
  <cp:lastModifiedBy>Rodolfo Sousa</cp:lastModifiedBy>
  <cp:revision>3</cp:revision>
  <dcterms:created xsi:type="dcterms:W3CDTF">2026-05-27T18:14:28Z</dcterms:created>
  <dcterms:modified xsi:type="dcterms:W3CDTF">2026-05-28T11:51:50Z</dcterms:modified>
</cp:coreProperties>
</file>